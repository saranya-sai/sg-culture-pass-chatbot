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line while this is on screen: "This is a concept of how the chatbot could sit on the Culture Pass Events page if MCCY adopted it: a Plan with AI button beside the filters opens the same conversation you just saw. It is a mock-up, not an official Culture Pass feature."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B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oncept mock-up" descr="concept_mockup_d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7" y="0"/>
            <a:ext cx="1209346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 mock-up: SG Culture Pass AI Chatbot on the Culture Pass site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